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94FE3"/>
              </a:solidFill>
              <a:effectLst/>
            </c:spPr>
          </c:dPt>
          <c:dPt>
            <c:idx val="1"/>
            <c:bubble3D val="0"/>
            <c:spPr>
              <a:solidFill>
                <a:srgbClr val="FF7678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Concluídas</c:v>
                </c:pt>
                <c:pt idx="1">
                  <c:v>Falhas</c:v>
                </c:pt>
                <c:pt idx="2">
                  <c:v>Em andamento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R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4710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Suricatoos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F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4FE3"/>
                </a:solidFill>
              </a:rPr>
              <a:t>SURICATOOS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678"/>
                </a:solidFill>
              </a:rPr>
              <a:t>Relatório Executivo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4287. Avaliação de Segurança Ofensiva — ACME Corp (Web + AD)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0CC"/>
                </a:solidFill>
              </a:rPr>
              <a:t>6/12/2026, 3:10:27 PM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Resumo do engajamento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3"/>
                </a:solidFill>
              </a:rPr>
              <a:t>Status do engajamento: </a:t>
            </a:r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</a:rPr>
              <a:t>finished
</a:t>
            </a:r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</a:rPr>
              <a:t>6 tarefa(s) executada(s) pela Suricatoos.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188720"/>
          <a:ext cx="5120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1089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94FE3"/>
                </a:solidFill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  concluídas      </a:t>
            </a:r>
            <a:pPr indent="0" marL="0">
              <a:buNone/>
            </a:pPr>
            <a:r>
              <a:rPr lang="en-US" sz="3000" b="1" dirty="0">
                <a:solidFill>
                  <a:srgbClr val="FF7678"/>
                </a:solidFill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  falhas      </a:t>
            </a:r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  em andamento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Visão geral das tarefas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Tarefa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Reconhecimento e mapeamento da superfície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finished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Aplicação web: autenticação e controle de acesso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finished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Injeção e validação de entrada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finished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Infraestrutura interna e Active Directory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finished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Validação de impacto (cadeia de exploração)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finished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Teste de stress de camada 7 (DoS)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failed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</a:rPr>
              <a:t>Próximos passos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</a:rPr>
              <a:t>Revisar os achados de maior risco e validar o impacto.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</a:rPr>
              <a:t>Priorizar a remediação conforme criticidade de negócio.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</a:rPr>
              <a:t>Reexecutar o engajamento para confirmar as correções.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</a:rPr>
              <a:t>Consultar o relatório técnico para evidências e PoCs detalhadas.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Suricatoos</dc:creator>
  <cp:lastModifiedBy>Suricatoos</cp:lastModifiedBy>
  <cp:revision>1</cp:revision>
  <dcterms:created xsi:type="dcterms:W3CDTF">2026-06-12T18:10:27Z</dcterms:created>
  <dcterms:modified xsi:type="dcterms:W3CDTF">2026-06-12T18:10:27Z</dcterms:modified>
</cp:coreProperties>
</file>